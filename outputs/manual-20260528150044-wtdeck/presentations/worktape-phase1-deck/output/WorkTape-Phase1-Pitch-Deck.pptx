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4ddedd94148c1" /><Relationship Type="http://schemas.openxmlformats.org/officeDocument/2006/relationships/extended-properties" Target="/docProps/app.xml" Id="R66ba3eb07e9a4af1" /><Relationship Type="http://schemas.openxmlformats.org/officeDocument/2006/relationships/officeDocument" Target="/ppt/presentation.xml" Id="R1c3deff9d345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dd451dc8a48a7"/>
  </p:sldMasterIdLst>
  <p:notesMasterIdLst>
    <p:notesMasterId xmlns:r="http://schemas.openxmlformats.org/officeDocument/2006/relationships" r:id="R10d448ea91ea41e9"/>
  </p:notesMasterIdLst>
  <p:sldIdLst>
    <p:sldId xmlns:r="http://schemas.openxmlformats.org/officeDocument/2006/relationships" id="256" r:id="R2e23c3a8be00490d"/>
    <p:sldId xmlns:r="http://schemas.openxmlformats.org/officeDocument/2006/relationships" id="257" r:id="R9d439d6aff27459f"/>
    <p:sldId xmlns:r="http://schemas.openxmlformats.org/officeDocument/2006/relationships" id="258" r:id="Rb8247f7dc5b444c8"/>
    <p:sldId xmlns:r="http://schemas.openxmlformats.org/officeDocument/2006/relationships" id="259" r:id="R59cdee6ae85d40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dd451dc8a48a7" /><Relationship Type="http://schemas.openxmlformats.org/officeDocument/2006/relationships/theme" Target="/ppt/theme/theme1.xml" Id="Re8de3786719749d2" /><Relationship Type="http://schemas.openxmlformats.org/officeDocument/2006/relationships/notesMaster" Target="/ppt/notesMasters/notesMaster1.xml" Id="R10d448ea91ea41e9" /><Relationship Type="http://schemas.openxmlformats.org/officeDocument/2006/relationships/presProps" Target="/ppt/presProps.xml" Id="Ra833eef36f7641a2" /><Relationship Type="http://schemas.openxmlformats.org/officeDocument/2006/relationships/viewProps" Target="/ppt/viewProps.xml" Id="R50c51bea5c844213" /><Relationship Type="http://schemas.openxmlformats.org/officeDocument/2006/relationships/tableStyles" Target="/ppt/tableStyles.xml" Id="Raa8929924a4c455c" /><Relationship Type="http://schemas.openxmlformats.org/officeDocument/2006/relationships/slide" Target="/ppt/slides/slide1.xml" Id="R2e23c3a8be00490d" /><Relationship Type="http://schemas.openxmlformats.org/officeDocument/2006/relationships/slide" Target="/ppt/slides/slide2.xml" Id="R9d439d6aff27459f" /><Relationship Type="http://schemas.openxmlformats.org/officeDocument/2006/relationships/slide" Target="/ppt/slides/slide3.xml" Id="Rb8247f7dc5b444c8" /><Relationship Type="http://schemas.openxmlformats.org/officeDocument/2006/relationships/slide" Target="/ppt/slides/slide4.xml" Id="R59cdee6ae85d40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0f1611fd4b84e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9680779774a48" /><Relationship Type="http://schemas.openxmlformats.org/officeDocument/2006/relationships/notesMaster" Target="/ppt/notesMasters/notesMaster1.xml" Id="R499066b5baa2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9ba56ecc748fd" /><Relationship Type="http://schemas.openxmlformats.org/officeDocument/2006/relationships/notesMaster" Target="/ppt/notesMasters/notesMaster1.xml" Id="Rffa7099299b9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f402a28514e6a" /><Relationship Type="http://schemas.openxmlformats.org/officeDocument/2006/relationships/notesMaster" Target="/ppt/notesMasters/notesMaster1.xml" Id="R28f4cd168cf1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c5b1fd9e44e0a" /><Relationship Type="http://schemas.openxmlformats.org/officeDocument/2006/relationships/notesMaster" Target="/ppt/notesMasters/notesMaster1.xml" Id="R4e32566ca3fb46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fc28e7b7b41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7d5d673bc74264" /><Relationship Type="http://schemas.openxmlformats.org/officeDocument/2006/relationships/slideLayout" Target="/ppt/slideLayouts/slideLayout2.xml" Id="Rc95d835a1673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5d835a1673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20cd89f3e14390" /><Relationship Type="http://schemas.openxmlformats.org/officeDocument/2006/relationships/notesSlide" Target="/ppt/notesSlides/notesSlide1.xml" Id="R950ff3554b4a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4247908bad475d" /><Relationship Type="http://schemas.openxmlformats.org/officeDocument/2006/relationships/notesSlide" Target="/ppt/notesSlides/notesSlide2.xml" Id="R199c7c39069a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f1cdd19c4428f" /><Relationship Type="http://schemas.openxmlformats.org/officeDocument/2006/relationships/notesSlide" Target="/ppt/notesSlides/notesSlide3.xml" Id="R1f19e786850045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f07fe2b5a84740" /><Relationship Type="http://schemas.openxmlformats.org/officeDocument/2006/relationships/notesSlide" Target="/ppt/notesSlides/notesSlide4.xml" Id="Rc6761318ad2643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5088E-18EB-4598-BBAD-FC3A7D46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C0CB9-E721-474D-AA8B-1474988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D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A8E49-5181-4348-BEF5-071A1CB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WORKTAPE PHASE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262E2-3DA5-4C1A-9A91-7B679DA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52A3D-073C-4221-AD79-9ACC3D7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rPr>
              <a:t>Small operators can show the work, but cannot spec the software.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D5B4-647D-4E8F-87AB-5F1FAD80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Admissions teams already run the process every day. The gap is turning that visible work into a usable internal tool.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1AE1B-1BF4-4656-80F1-55EC482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723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3EEE2-0FAD-4B81-8A07-8478DDEE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Manual admissions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31E92-E4D2-495A-B56B-40DCC93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D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F7F69-F24C-427B-920B-699D55E6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2000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WhatsApp inquiry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A3EF7-D370-4676-8092-6BC80941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Lead asks course, fee, batch, timing.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BE288-13C1-459E-9E79-AF2E44F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5F753-468F-4259-AB0E-62864337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000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Spreadsheet 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C5504-0BE9-49A9-A8AE-C61938F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Admin copies name, phone, status, notes.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7C0E8-FCEF-457F-8279-31FE4B85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72D45-9103-4DA0-BADA-68FF6331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2000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Fee + follow-up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20675-5D0C-4402-BD97-52E88A92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Payment and next message tracked by memory.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CCE50-8334-44C1-83B8-05D3DAC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8E0B2-404B-48EB-B1DD-452AB83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20002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Repeated messages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604B1-FA36-4784-9F4A-8DD9306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Same replies are typed or pasted again.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58C6A-57B4-48B0-9067-FAC4F8A3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4671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73993-C2CF-4487-A416-B48CC4F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571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F0D4A-0672-4F2C-8F23-E96DF8BA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705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work is real, repetitive, and valuable, but it lives across chats, sheets, memory, and copy-paste.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5D5A7-0B98-43E3-B5C2-F801C7E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862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Most small teams will never write a PRD. They can record their screen.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A57EB1-75A7-4395-A270-2479614E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EED46E-83DD-4192-AFCF-DBC807BC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12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E9CFF4-A201-4C35-ABF2-77D717CE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manual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B61AA-1475-4909-BBB4-36DC1709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673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B28DB3-2674-46B4-9C9C-2B70AABC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19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many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1D5CE-E8D6-43B7-B877-AD46137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436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handoffs and misses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4EE059-B510-4B91-9FF7-4CFA361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67350"/>
            <a:ext cx="3962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234B9F-E322-492B-A8E4-FAEDD8C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19750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05CE5-8FBC-4585-AEBA-82F8F345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43600"/>
            <a:ext cx="396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software specs written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DA29C-6BE3-4752-A1BA-40CFFC4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008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OpenAI x Outskill AI Builders Hackathon</a:t>
            </a:r>
          </a:p>
        </p:txBody>
      </p:sp>
    </p:spTree>
    <p:extLst>
      <p:ext uri="{BB962C8B-B14F-4D97-AF65-F5344CB8AC3E}">
        <p14:creationId xmlns:p14="http://schemas.microsoft.com/office/powerpoint/2010/main" val="9060193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84BE79-DC52-4213-9EE7-B1E9AA9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30CF3-18BB-4BA3-AA1E-4503ED0F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D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25A3D-BF3E-4C35-BC41-DADBD043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WORKTAPE PHASE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21E60-D5AE-465F-93D3-9A5E8FB8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A77D6-D93B-442D-B557-95CC42EC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rPr>
              <a:t>WorkTape makes the recording the software spec.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EE5E0-09B4-4FB3-9D0F-A022186E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Users upload a workflow recording. WorkTape extracts the process, asks only the missing questions, then renders the internal tool from the resulting spec.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BE63A-CF97-4291-8003-C40A135F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F95FC-925D-4C45-8681-79E7FE3B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7BD16-C340-4E73-AE80-914B980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F7D68-0860-4EE0-98D9-3694728F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858CE-B556-4755-94B9-069611F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Screen recording of one real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B9272-C91D-48CF-A285-397122D3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03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88590-417D-4077-A301-467A071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622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AE428-42B6-45A4-874B-7693FF14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6CBA0-761C-4C60-8DAB-9D264ACD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EC635-8E9D-4C28-8810-F0B7C7B5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DDF3F-3CF4-4CE3-9D59-0A62A270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7B8BD-B2C0-450F-893A-5EDAC92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Frames sampled and read by vision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F8A5C-DB5C-4077-8E6B-125ED148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03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65D5F-0254-4543-B9BA-596FB727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622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EB397-A682-45E1-95CE-55E3995E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B229E-DFCC-489F-9352-865870C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150FF-D80A-4193-BB11-00A9D09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1ECF81-D471-4B37-8DCA-FA7A760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Clarify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5C667-4375-4435-860C-515B5D1D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3-5 questions fill missing business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6D67E-C7D4-404F-AD88-BA66779F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03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A6AC5-907B-4926-883E-052A20FF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622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2D56A-253E-4C95-91CA-A84A0953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8D39E-5E00-4522-AF4B-11A1061F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4BB42-FE56-40AE-B588-C489EB5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4AB01-A842-4F31-98B1-7CA92E21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3E636E-3B01-447E-8B72-6C632CDB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Structured WorkflowSpec 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DDB5B5-6F5B-4619-B3E5-5C1ED0CB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03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3E1A2-A670-47AA-BCC6-6EB4EF71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962275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3A8B94-67E4-4F0B-B44F-15410EE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D6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4A1606-C165-4CFD-B95D-27F66A0D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4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0">
            <a:solidFill>
              <a:srgbClr val="E7F8F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2E4EFB-EB1A-4AFC-A1FB-725FA34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STEP 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49F2F2-F854-43CC-91F8-15D91D05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14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3B349F-0622-4621-8189-F893C371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Spec-driven internal web app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51FD7B-5D8C-4083-AF30-79B0013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497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BDEBD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B49487-DB47-47E4-8346-3D9A7BB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MVP key features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51FF1E-9068-4A50-9C02-0BEF4576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422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Upload recording, extracted workflow, detected objects and fields, clarifying questions, JSON spec, and a usable generated CRM.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5BD922-7142-4410-9BEB-D76A7D29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4610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3EEEFD-3C41-474C-90D5-0FDF7751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Not a generic builder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BE585D-4170-42D9-8325-4735C99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48225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product starts from observed human work, not a blank prompt or template gallery.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A57202-ABAB-4AF7-93D4-7BF02445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008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OpenAI x Outskill AI Builders Hackathon</a:t>
            </a:r>
          </a:p>
        </p:txBody>
      </p:sp>
    </p:spTree>
    <p:extLst>
      <p:ext uri="{BB962C8B-B14F-4D97-AF65-F5344CB8AC3E}">
        <p14:creationId xmlns:p14="http://schemas.microsoft.com/office/powerpoint/2010/main" val="3642932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6563E-E2EF-4968-9D16-763BAF4B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CFFA2-2C2C-4607-84A7-3A47C9B2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D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2BD6B-47A4-4F29-AB64-B3646CD5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WORKTAPE PHASE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F8C4F-B61C-4825-8987-0DC4907A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A06A5-C42C-4657-A6C8-871602EA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rPr>
              <a:t>Real AI backend, spec-driven app, honest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429ED-9584-466F-B2D2-0939D9CC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MVP optimizes for one reliable proof: an uploaded recording is converted into a structured spec, and the CRM renders from that spec.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DD6A7-7B6A-47D6-948D-0E456C3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78105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FE3ED-91E7-4E3A-A698-6B15ED1C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978A9-9317-495F-B864-AFBFA9E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81393-90B7-4582-8D26-4D3BCE4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Upload, progress, extracted workflow, questions, generated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8712A-781C-4C27-8005-3C70B1F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58CBD-F122-4596-842F-EDA02FA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API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9F480-6710-489F-B988-4D9E0C70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Receives video, runs ffmpeg, extracts frames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47E93-CBB5-4AE5-8942-2E651DA6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D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1B0F0-BB38-430E-8A6C-672BA89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OpenAI 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796B2-9646-4545-B348-17D5DC6F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956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Responses API, gpt-5.5, reasoning high, structured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40C1B-C605-49A1-80E3-AEF478F5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DDCC8-4FA2-4A03-963B-8E6A9B0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WorkflowSpec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B9BE3-D118-4CF6-BC29-9F97771E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Objects, fields, statuses, actions, templates, screens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34360-6BC6-43DB-BA9B-8B8B1D31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31C5A-07D8-484D-A0C7-7ABBC311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Spec renderer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BE0A7-77A2-4981-8029-1477854C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00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Forms, table, statuses, templates, CSV 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4C1DF-6868-4E7F-A06D-7D4E946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30099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98508-1059-4C36-B093-DA312AF5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5"/>
          </a:solidFill>
          <a:ln xmlns:a="http://schemas.openxmlformats.org/drawingml/2006/main" w="0">
            <a:solidFill>
              <a:srgbClr val="123C3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7FECC-90DA-4FC7-93ED-BE3FF23D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DD3F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DD3FC"/>
                </a:solidFill>
                <a:latin typeface="Aptos"/>
                <a:ea typeface="Aptos"/>
                <a:cs typeface="Aptos"/>
              </a:rPr>
              <a:t>DEMO DISCIPLINE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102B0-91AB-4A39-9D41-F0FCDD9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Fallback sample is labeled. It protects the demo, not the product claim.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31C1E-F500-4FBF-BAFF-30EDA23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290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No WhatsApp API claim in Phase 1. Messages are templates with copy-to-clipboard.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6BA6A-3EBD-4206-8A70-64C39F6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62575"/>
            <a:ext cx="941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0787F-98B4-4527-9CF6-FB3A442D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435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Deploy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53C4A1-9575-4E0A-9720-C3B02FF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Local Next.js app exposed through Cloudflare Tunnel for the live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6CCBAF-5E0F-44C4-934E-183AE1A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008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OpenAI x Outskill AI Builders Hackathon</a:t>
            </a:r>
          </a:p>
        </p:txBody>
      </p:sp>
    </p:spTree>
    <p:extLst>
      <p:ext uri="{BB962C8B-B14F-4D97-AF65-F5344CB8AC3E}">
        <p14:creationId xmlns:p14="http://schemas.microsoft.com/office/powerpoint/2010/main" val="13561748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F6643E-B7C0-43A1-8E1D-C86345B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FAD51-0964-43C0-8FC2-F1F36E12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D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00D36-9FC6-4BB9-8667-A1FA03BA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WORKTAPE PHASE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EB24E-67FD-450D-AF13-70799B48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5E6AB-8B44-4B13-9BBF-181C9018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1120"/>
                </a:solidFill>
                <a:latin typeface="Aptos Display"/>
                <a:ea typeface="Aptos Display"/>
                <a:cs typeface="Aptos Display"/>
              </a:rPr>
              <a:t>Start with coaching institutes, then expand across repeated admin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2E4CD-E8DF-4280-AAB6-6D99592D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wedge is narrow by design: admissions teams who already manage leads through WhatsApp and spreadsheets.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D2BE4-DB10-4B79-B126-DAE6DF43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4095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DA5CC-E24C-411F-9872-DA0F6B58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0">
            <a:solidFill>
              <a:srgbClr val="E7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17B1-622A-4F39-B0A3-41A2801B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971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FIRST ICP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A2A84-7A88-4E17-BDF5-ABA8A030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Coaching institute admissions admins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2A97C-F8B9-42A5-8853-BA3A68F6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They handle high-volume inquiries, repeated fee/batch questions, manual follow-ups, and spreadsheet status tracking.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858B9-D7E6-4C8F-BBDE-484DF6A5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66294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6310B-5735-4027-8963-7C5908AF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Expansion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A3BBB-9FFB-45C7-B698-E72C39CA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43200"/>
            <a:ext cx="542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Only expand when the workflow has the same shape: repeated intake, status tracking, follow-up, and export.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43D92-456F-4EC4-9D84-647C3B65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7EEF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32B18-4468-4A11-9040-AA9A8DE6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Clinics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CCED9-0B04-41BF-AC05-6B890215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71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patient intake + appointment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BA2C4-E981-4E31-95F6-C888BE50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E7EE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AE66D-31CC-4411-83C2-61802180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Local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4627E-F20A-4E5B-89A3-E99E27FA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71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inquiry + estimate + job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F2FB7-6A95-428E-B91E-2DC1014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766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E7EEF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1B0A5-BCE7-4783-85ED-B2A725E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052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Freelancers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7F2CA-9809-4D55-BE53-E28DEB48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719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client lead + project tracker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3B477-D3F8-4DD6-A980-281C7203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BDEBD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36E27-B6B8-4AE9-9659-33EF56E0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9D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9D6E"/>
                </a:solidFill>
                <a:latin typeface="Aptos"/>
                <a:ea typeface="Aptos"/>
                <a:cs typeface="Aptos"/>
              </a:rPr>
              <a:t>Why this wedge wins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BE0FA-02BA-493F-B8BC-BC6F55B9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81675"/>
            <a:ext cx="796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120"/>
                </a:solidFill>
                <a:latin typeface="Aptos"/>
                <a:ea typeface="Aptos"/>
                <a:cs typeface="Aptos"/>
              </a:rPr>
              <a:t>The user does not need to explain the app. They only need to show the work once.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7D6AC-D179-438B-A64A-81A73ABD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008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OpenAI x Outskill AI Builders Hackathon</a:t>
            </a:r>
          </a:p>
        </p:txBody>
      </p:sp>
    </p:spTree>
    <p:extLst>
      <p:ext uri="{BB962C8B-B14F-4D97-AF65-F5344CB8AC3E}">
        <p14:creationId xmlns:p14="http://schemas.microsoft.com/office/powerpoint/2010/main" val="1676157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2026-05-28T09:47:31.1080000Z</dcterms:created>
  <dcterms:modified xsi:type="dcterms:W3CDTF">2026-05-28T09:47:31.1080000Z</dcterms:modified>
</coreProperties>
</file>